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1D260F-070B-4D4C-8B83-51D258150D4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F0A9E5-EE01-40A0-AA40-690BCA22461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5458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66782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2069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12058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169533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08784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1700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36439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51563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95697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F0A9E5-EE01-40A0-AA40-690BCA224619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52070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C2023-0625-E5D0-AC5A-B6068DC2B7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D8F635-1902-DDCD-BD5B-7D40C116B1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CB93C-0E84-4C18-03B1-5076A2D5A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FA6B9-E0D7-1735-6F7B-B4FFB6AD7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40818-8EF4-996D-78D8-356E9756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59460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DF188-6687-F3CA-D945-542B3998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C212B-E8F7-F239-BA1F-92C86B044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5A17E-EA99-45EF-3D8F-686477B80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31EB1-FE4E-AAC0-3E55-EE35473C5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2AC72-D483-0200-236D-99BAEB68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0681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C8CA-6C18-FFD8-CB7F-8FA5CCAA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134B3-8338-1F0F-1439-9729FCBF1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ABB9F-C079-B813-1741-478EF1E4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1AD07-01FD-E336-9B17-C4A5CBD3D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BBD3F-7B72-8FB9-F6F2-BF9C0F7A7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98749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518B5-8476-6D19-AD7E-3CF364ED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09F32-0752-F7F3-E8E3-AE6EF2BB5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8995B-6EEB-0F58-177D-07FB291E4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443D9-03D1-4CDD-9035-A2AF2455C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A1962-F30F-C7B7-1937-12CAD98C6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3C8CD4-B46C-6080-656F-E4D022044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19621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AF164-F351-2250-F103-F39CAD6EE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DAC9-A187-254D-83AF-245FBCCDD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84856-B424-B41D-DFD0-665E7C285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31574F-37CD-A1D1-2FBC-695F8706F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BCE46-DB77-6CEB-4D64-A4DB6CA53A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2D5D97-AB58-05A0-F0CE-33C2DA4F6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46222-4205-78B7-E1C0-80E36408E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90E0D9-695C-F89A-5345-CEC5019C3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17363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7E19D-1E84-172E-479B-1A1C86CC0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93BC2A-E774-F1F4-1E32-431BEA63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C8122-5063-3D78-8F71-8FC0C6D83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3F3FC3-5418-04AF-EAB2-13C42C7E1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6923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DBA-602E-A6C3-0057-963AB824D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22D0B2-FA83-F321-2886-7DA4AEF5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B3C49-6822-6D07-A32C-B4473E475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5389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167A8-EA05-95F3-F7F7-65732355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951C7-A8F8-E8D4-13C9-6805CCE27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228F6-8F6E-0832-49B4-049A1213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5023E6-D1AE-0F63-6427-F81926281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22F016-17F5-99D4-9547-549008334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95A3-311E-E173-18D3-46AFBCA7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07665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3465B-D82A-8CC8-9640-B0EFC80AA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6A33FC-EA31-53B4-ECCD-C6860D041B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BFFA22-40FB-B628-7787-F386060717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8B39B-E356-FFEF-3DE4-4E40862F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1833F-5E4C-7C7C-B69C-60729E884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A3F58-66F4-99CC-D268-7AF2A3B68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78450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4D249-9CF6-56C8-DB16-2FC282D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7EDE2D-8103-7C71-831E-9C858613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90EED-6ABF-7E82-84AE-2D03380DE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51E03-80EC-F97B-BCCC-3A13EACC6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E2A10-97B0-2770-1FFB-DD6246112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294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A98886-131F-41C6-EF3D-9949A3BCB1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CE62B-082E-67A5-5980-68422ECE6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06679-3C03-0546-C1CC-DEF11A52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D5AF3-B966-25EE-F7C3-FE0298419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5DFCD-1221-BCA7-A2AE-E8D1CCC65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5980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AC380E-F3C5-2764-3F70-2B48005AB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2BB84-ABDA-3DF6-AEB8-0CF1D2F27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06EE7-65CD-2BF5-6DED-2285C48E1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29C079-760B-492B-AA39-F868F36703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EE5FA-28E2-3478-EE0E-6E30450A8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DF13F-E8C8-3EA2-047F-D15C4ACD98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225AD-5018-4FF2-BEE1-3A2F5ADC240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55373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ABA713-0A1E-9FE4-2C90-A8CF686A79D2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B793B3-1F95-4511-E1FD-4A179E296ECF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F2D66-6201-BD1B-C8B0-6202A2AE17F8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E683C-B631-DF10-6E98-C61447843D1C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F05362-02DB-D84C-1465-881C3AD3D53F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13EA1E-E223-9E9D-6ABA-DF82B2BC7EE1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47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22FE6F-5CD8-DA18-7326-E432B47717B0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065C17-ECA9-708A-3E50-FC61B1A91AA9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9B49E2-D54A-4DB4-E4ED-6F5C85939E8A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28F7E-7CB1-B1E9-0A68-C42A3A24D2C2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3E86CA-B53D-06AE-BF0E-02F03E4F0A54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A39B7A-290C-1F8F-8BDC-65FD133638D6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F30117F-47D3-7912-6181-212410DAFDB0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EF2275-3D73-BABA-247C-8085FA730200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D02E2-F969-522F-C01D-37E07EB1FAAC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D0EABA-19F1-FA5F-6193-200D9340F3C2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D0615F-0F26-C9DD-185A-EAC663EF1692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46EFD5-F92F-DD84-6762-42A14BD13715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90219-649F-F25C-F04B-21D470B6E094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318B4CA-20D0-5D09-F42E-A2F1FAE240B0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7E418D-C19F-F964-EE5B-0C7ED4EE3720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064A78-7F99-CDD7-94DA-D63873389D2A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E0525B-62E9-DDD4-BB64-004CB12C6EE0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40D235-D8B2-8139-4735-C8218430E9A6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DCBB9F-F5B9-2A65-A11A-2E011A5379CF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44DF95-57EE-6BA1-1651-38B21161718D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F69691-6BF8-B282-1C9A-F698B7213FF3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3F780B-C50F-D3F2-24A0-84017B55CA60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D5EA9F-2433-8AB0-9E25-E9323DE2D4F6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A25E00-021C-F5A9-6545-2BF1B8D5648D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7307203-2C44-64D2-F6FD-58D0E95FAB1F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C2C0A8-1CA0-EC4D-5CC4-74181091DDE7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B6AFBB-774E-2D1F-0C22-73CF72FFB55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697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8D0179-A9FC-20C9-692E-AB1EB874DE83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F567B0-2B51-26D0-D577-14CCA2D22C2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475B74-EF10-BAB7-003B-6D7BFEC8CA3C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91FDD-CB1D-A0DD-C41D-9C39A329F30E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5E635-587C-E255-9D01-C510FD853C96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11685-71DF-6A27-2607-5FA2832803EA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866037-7064-CB82-B557-7692622AC0B2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3D1597-6F17-D24D-3C2E-0A8E7F05DFE4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9056F1-7179-EF72-6FE9-7BAB093256BE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D89E1-DEEB-FF4E-D921-438A39C0A782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A9E515-FE5E-BF77-C57D-A47C2B683D9D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Agree with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3490D-A13D-E47E-3996-CF06048215B2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086562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82C654-74D1-0378-1D6C-018E6846B9A5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28BD84-E943-A693-AB2B-3F9569855E62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1DEBA0-193E-19DC-8E65-A716D46A4C35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6162B4-2CA5-6797-F21D-3FF78A330B4F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E6677A4-6231-8174-BF15-D63D51A03F16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3552A0-E774-5A4B-73A2-5608FBA12C0E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5B75CB-B770-9781-B08F-8DC514B2240A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F1E7055-7673-B4FB-975A-B5E3F8D65BE2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96192EB-5156-30B0-04EE-BC7F0A555890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ABF4BEC-7DAA-3701-75F4-B962748A3847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4E45E4C-7478-1FD1-D5D3-C07864510FC5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5188F70-7F52-A74B-4970-D2917AAE2977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D027FF-7657-AAD5-CD83-B84DC055B4EE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130B619-CC9C-4D35-B463-1C35B54CD623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CC9E4A-B769-19C3-38DA-58EB5811DFF6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863648-4B2B-379B-31B9-5B55051E2A19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371995-4599-C8A5-F631-D6732CC9D0A8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30333B-F5E1-E7D8-6979-4C4584C2E741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BEC1D41-03A6-7CD1-E81D-989E5D7C5F86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FBD76D-10CA-1BED-6B9A-35C751B160DB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A49A57-ED5B-9136-D51E-B5D0970EF38F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E739AC5-D590-D5DA-E73C-F83B4C1F543D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AA7092-A2ED-FEF7-E1C0-C75363DF5DCA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67221C-8FF3-960E-2DB1-510C27C5283B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FE0A68-BCB1-BA2D-F566-CD92C6BB14E9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5174BE-0280-4038-FAE9-5EA89095A948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3974668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7CBD1E-43D0-DD93-92A0-80A753F3CEA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3B7BA6A-F156-3443-DF4D-A88FCA6B3999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3AFB1E-C19C-6380-18B8-CC8BB5622A52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8E1384-91CA-A845-6D36-6969E9DAC8BC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FE36DF6-5155-276B-E7F3-2151DADFF98A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20BDF8-2947-AB92-EAF3-968ABA183C63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810C1A-4C86-B408-EA42-1FA0D66E74CF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9D0B333-6A83-8B8D-46C4-420DE3BD37F4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35A21B-2681-440E-CCC5-434639655B87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427CD5-CBF2-5998-6D0D-637D2B16DF3C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DC64D6-3DB2-EFE3-1E60-DCACD61F9C65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F490CDC-05A2-7315-2B04-F013AE8FB6B0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1D9378-CFC9-8C89-D11D-D8FD29F66361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FF341-E911-B990-719C-F06179BE87F4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AD4C4-AF08-96E6-3841-F7EBB79EA86E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617E9C-8848-FE65-EB54-6C5B4CF22811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3B392F-4E43-8839-C094-6964DF5F1742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7F202E-53FF-FA77-E8D1-7B5C82CBF79F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BDE10E-BDCD-8B90-01B1-5C61B7BF68C1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789DDD-B34E-B39E-41C3-4CCBF1D6B00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3290971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37AFA0-5292-942E-25D2-BB6DC02019D7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43D3B3-F3F8-317F-F715-E755D22D8833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27FE3-B38F-A83B-01E6-D0F1BCFBA8CA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88303-149C-C9EA-A965-B882985AEC78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458E3EF-776B-C16A-CFA9-5D9CF5297689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37FA5-F970-B76A-2F68-75F439E924B3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48E50-9D87-5FCD-3953-B4CBD4F406F5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3AD4B16-A231-1AC1-4820-3C8320763317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3721B4-51B9-9698-35C4-ACD96BF91376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6FE76-6BCD-6F99-69FD-1FC2244D34FC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02BF1D-7A52-F545-5650-2052CFE9BFFF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3B6174-A506-30E4-BC7A-A57406B57523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E9B54F-1426-B68C-66B2-BF548977D83A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732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C61AE3F-210A-92DB-3765-CB3204CEC9D3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DB26D8-86D7-D4F5-4A5F-E0C76F656ED7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1E217B-9453-EAE3-6825-1DEED416DD7C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E4E231-D3CA-7EC6-C00C-CA36E2E87FE4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118796-4E44-7E78-F7DD-527CF2503B68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1FA469-4ABE-D430-F5FC-DCE47BC69524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067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5B67E1-69DF-4BD9-6895-163D4F5C593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313901-54B6-072C-3A4A-11F1D55FF5BC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5DAF36-04AF-0B45-9906-6E90143D8B54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9A3C13-340A-8018-F354-67C420CD8E09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767919-60E4-3A97-550F-9BE49904BD36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2B829-DBEB-F97D-5564-0ED04EBF24C7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9F363-1504-6CF5-69C2-E8661ED280D1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D9BA74-9C66-3ED6-742A-D3FD6D6E275F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615DEAA-C68C-C0C1-1D66-3C035E95E120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16F87-D063-C0EB-ECF5-8856D68B5795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434E7B-0F46-1A72-4A0A-A48C05D0EBE8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F2AC27-53E9-90F5-718B-55C4031E97F0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E2654C-EF34-8A3B-A6A4-739BA829247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1F2A443-6B0C-1D1D-FA5A-C829B55C3921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883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CBD143-92CA-ED1F-6A07-4080EC683AB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77215FA-1815-946D-9E2E-DCF3C75B4126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CCBA9-653B-6438-2DED-C8F472026777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C061C-ED0C-629E-90D6-0FF38FF6DD92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806C24-BD74-395C-76E4-39ECE149A46A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56E3F4-2F05-AA94-8A05-5B2C7A636250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DAEC8-4928-2979-5DA4-E3214C4B4300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3CACF0-234A-4D2E-1C23-E5B6D8D46F50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328F0B-B570-2B1A-425C-E3339819374E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5E8D73-65B8-ED36-7944-2D87CE1BBDE6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BDC42B-C06F-EBCA-9034-DD45363EE389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BDF99-555A-CD39-2E81-6E6260D42098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F8FFB-6197-F09B-722C-EA2B624A149B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8011B5-6845-A985-BAA8-AF3F3A5E7B18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7E7195-4CA5-7F6F-B42B-1EA4FA3DD821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571932-1C1D-3434-1DF3-4508E28808A9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ABA6A61-DF6E-7543-0130-86A791F0C7C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3747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A116ED-3D57-0663-8791-BCAB566DC0FC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C47C2EF-2483-0FC5-C71C-8D7C651487AD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CCEA8D-2F4A-3D58-48A2-1D50BBCD3092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5ED68C-88FD-3CD8-D57B-E5396FFA9574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6868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68FF72-F555-D38B-CE48-F1C6B7E81B8B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FA95AA-456E-E31E-13CD-D22A3C0410F0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F4988-ECAF-512C-0E75-518244548E0E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D34EBB-9B5D-BC05-0EDB-DC7C738F343C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8C85B7-A61D-B48B-3580-D59975CBC7B8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45A09-FB40-D78B-A402-9D34E53FB97A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C8564-C428-2AFE-B20F-BC583FD65CF8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DE0A9B-7B5E-473E-96EC-9007E66D646C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0D13DA6-A89A-A541-1127-61EAA818C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530362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4398634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2355169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35085174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6301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5721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2802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86755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0C5B6C1-634B-6D2D-463E-C62C7465FFAB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2FD53F-42C4-7FFA-BB6F-A4D92E9F97F7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70ACB19-933E-0D2E-C404-5AA165357E41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7E4116-17C4-46F3-82A8-2E80C26D436F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476F54-B086-B5A4-21D1-00E185EB27C4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4DE42C6-2433-F9D0-BDF0-3082F1529AFE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1F175-857B-C246-BCF6-E83255B218D9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8EB29-F928-DBB7-0448-18CE7380A901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5F55A10-55B7-8735-F919-43426B6AF219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201F4F-4ADF-746A-24E7-F24D5F2B29F3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D82526-38AB-64C7-0939-21612383689A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5E3A47-049C-1560-3221-4053BE818BE9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8FFEE7-5CE8-0A05-F699-5E110EBC39C0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2581334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16DAAA-427D-0E89-0E1A-7758929C91BE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6E1CD-ECE2-3172-0D6E-C2EA6832B337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CE974-8E68-BCA5-7D1D-9AA6CBF97A13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167917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2823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2026-09-25T04:33:23Z</dcterms:created>
  <dcterms:modified xsi:type="dcterms:W3CDTF">2026-09-25T04:33:23Z</dcterms:modified>
</cp:coreProperties>
</file>