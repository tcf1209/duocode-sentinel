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3AFFA2-E435-4AD9-99F3-1D4A5A1A1329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DB382D-0409-4C30-A2D8-5001506190D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38849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204883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by hand.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reach a person with the reason, not be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85192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sent to a person with the reason attached. Thirteen seconds. And this is how a desk uses it, four steps: run the inbox, open a flagged case, confirm it or correct one field or re-upload the corrected document,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145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becomes a question for a person.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51089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send 168 of 188 cases to a human; with the model, two - and false discrepancies stay at zero, because nothing the model says is adopted until we find it again in the source. You'll see both in the demo: a scan read out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43842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81469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mismatch case: 'Under every value - the line it was read from. A reviewer never has to open the source document to trust this.' At the scan: 'No text layer, so Sentinel did not decide. But the model read the page for the reviewer - seven fields, and it says which ones it couldn't read rather than guessing. The case stays in review; the person decides, per field.' At Compare, off: 'wording our table has never seen - the honest answer is can't read it, and it says which labels.' On: 'the model reads them, every value re-located in the document before it's adopted,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6988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re-sends a fixed document and you re-upload it on the case, the check runs again and the old answer stays on record; a scan still goes to a person but already read out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088956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291572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B382D-0409-4C30-A2D8-5001506190DC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50211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62D2E-E4B9-DA74-A213-6ED557FD5A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78BE4-0765-D35A-8C11-DBB329201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D2BF3-A504-098C-33ED-EE03AD447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39BF93-4A39-65A3-00E0-A258EFA8F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B89C9-8025-17EA-54B0-22B815E9F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1146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6233-0B98-9409-02A5-6D9088763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424FB-7342-0ACB-92E2-779851109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6C507-0906-BBF2-79A9-1245A00C4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3305B-9611-4285-3547-0926D3680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2FD82-F49D-E013-EB33-FCF62982C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1445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2179E-C646-4A0B-E3EC-200B60C6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042D-56DE-BFC4-3A9E-1B20A90E99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F0160-1E90-7CEF-26A1-96FCA46A2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C27881-6B7E-12CD-DEBB-1B06605E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EF96A-597E-94F8-FD9C-CF40781D2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76404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AC515-7FC2-23DB-E219-BD80E2331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BE66B-6020-6602-BFB5-08144E7025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650114-534A-6C72-C2E9-06B8AAC0C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C94B4-9182-286B-1E3D-377DFAB27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5CD75-E797-1648-0D81-4C788DCCD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2CD82-875C-6CCF-92B5-C2112A9A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59007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F9D51-126A-0287-9E4E-E0D98D45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8BDCDB-82EA-7C04-B5CF-EA7D2D477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5844A-F8D0-5DA7-57ED-B2122626A0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77B5A-8A80-63AE-A60B-6F8902AAD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05EF30-3AE2-3845-967D-0A043D5792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E3E671-69D9-C503-809B-22934A59A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0EE992-C305-B49A-C0DE-5BD08E7C3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CCB15D-95E1-048B-4A35-D4F706E86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520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4A913-4851-AA23-2FB8-89C9ECAA2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98D409-30EA-CB9E-1B70-0E6291E37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501929-C22D-F7B6-BB6D-D1956B273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04C5-1C10-7224-12FC-DF3B906D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11490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AAA5C4-FC1B-5A51-8BB4-BC5C53ECA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84D01D-BF3B-AD31-475E-E47F5AAF5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043CE-F463-2AE5-734C-6F34992E8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67179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37EC9-7A4A-0603-B6BB-EF9152A1B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AA3FC-BAD0-98B5-6DD0-9A2138A09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09324A-2BD9-185B-F507-9076C353A6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B58C45-BE6B-2480-7960-F33783592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E9075F-B662-A20B-8B86-D091CC927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4621E-ECCD-4D4E-25C7-0C94E5919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11296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2B8-7117-A573-EE8A-CC40CAD6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2E3DBE-B6D2-2557-84BE-952A7B809D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2E4A2C-FFAB-FC33-0E18-C1D869B691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C8FBB3-F8E9-45BE-B2A5-4870BC638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A56768-19A5-F3BC-2454-407818EC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AAFCBA-9D24-1C02-253F-1E5A75007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68565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02C71-2180-70F7-9A53-369057460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E08154-B803-D08D-4241-17110E77CB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1FD63-338D-5C97-EA63-334AD8390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6C75B-13C9-A3A5-0040-1A5D7D342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5C409-37B2-6C4D-FCA5-57899EDC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32865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203804-A345-B6E4-3CF3-75878E8921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E4362-940A-6608-D59E-61425F4660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1577C-BBBC-40BD-A925-C8256E812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D4A7F-BC44-1D32-816E-1B951ED9C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A5C8F-8FD2-C5A7-FDA9-18B2AB417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46927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A7BEB0-991F-C3FD-DEF8-FF81C8FCA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C18650-B36E-6450-9B88-0FC27D190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FAAD9-DD0A-7AF5-BEC1-8656F84E3E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C66E42-B421-4974-83E4-933E8FDDFAD5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27783-301E-5223-2974-E375A7FB79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9F045-2AF9-F054-972A-9C0067A26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97DD9F-5283-436C-9EA7-CCF99750284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960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3BF5B-3C63-37DF-91B5-A78C1D38EF2D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504D00-A1A7-4EB7-2836-7B3DD216E204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7EA26-F7CA-21D0-0C81-AC07EED46436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B78FDC-DB29-25BD-753B-ADD4A04B08F8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07CDB6-9D0D-4093-31D5-CD14C0527591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BF62E4-DC0D-C90D-C14D-0CDB915951CF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51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85FFBB-AFE3-6E2C-FBA2-73E0AA66A73C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D1FA005-F798-B4DF-49D0-DFEECF337662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DC20EF8-9F70-3C0A-A2F7-AF803AE8DDAE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C584B5-3B82-1151-D673-97D4FB7E3556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2A53D1-D260-A80F-BEBC-25CF0DF67025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E80634D-803D-F0E7-A06A-60E105686D10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7F2954B-2F89-5F9F-DF35-EDD9BEF9346B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9A366-0E81-BF48-4225-0F559BFA14ED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3536E6-4A0B-AF83-451A-4355A5BE6BE9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63C0DB5-CC33-A43D-7DCA-3CD5A9220B14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E1BFA53-4B29-4F83-84CB-4E40803EF955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C69B6E-DB94-904E-8E3F-FE5E747F334E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5C9476-8F6C-71B4-9FEA-A06F6DB0FF34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1BA83B7-2868-2FD1-F00A-A1E31E447C18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583BF07-88F3-CE5C-C19F-5A94F6D63953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08E14E-3BFA-C5BE-B661-0924EE7E1FB3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A6DEB6-DBED-3E51-FC35-3196824FEE9D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CA3C26-9836-4598-7866-7A9BA6DE4A68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by hand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D0B2B1-9C07-1D6D-5224-142A28F3E510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4F70D8-5C54-9ECD-93D7-63CCB3F54F36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BB0E40-013F-F570-4585-13B9FCE53105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E4CF4E-4757-7064-4A88-E83C872154A6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53D096-5A89-15A8-D6C2-E59E6938B0DE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923954-8CCC-E404-17D3-D94AE384589B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990D4CB-C4E8-8C9C-EF42-9E8620D57706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8EF219-F29D-AB87-E452-072039CBAEA1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reach a person with the reason attached, not be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D47859-76DA-8849-F004-0425349588CE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462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F93134-21DB-777A-1F2E-8641C6526B43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A666E2-0989-3138-3D5A-C6C5CC14FE9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04B869-5D8D-696B-7091-D891A71EE504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5D0598-3D0E-E647-1163-A8A3BD4F9690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F33E62-F5BF-2A83-4A50-7357118C0FA7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14B4F6-9704-79DC-FF61-CE0C4FD61FDE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mismatches,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E3C40F-F423-9984-62B6-4F27998B45BD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22A7D3-D999-BBE0-5657-BB50E15EAD2F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sent to a person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E1368A-AEE6-D8D6-EF7B-2778974D01DA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2FD4D-3452-0E20-B1C9-3A3F46BC1875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B46764-C075-2F24-0A3A-D15B589FFB61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Agree with it, correct a single field, or re-upload the corrected document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FB8AC1-C1C5-64A4-BDE4-E8D45A3A75CF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3359025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06D766-E760-0C7E-5FB9-C22CAD47372B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F05510-4091-CF8A-0EA9-D15D4A1A8F3F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0C35E7-3F5C-DF7D-B8D5-93883B13BBCC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2F8419E-DDA0-B662-D9A7-71A8A69E741A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DC79FF-1D7F-CF69-7146-C2E39214A0A2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22BBD1F-4BF8-A776-9076-54E2DCE34BD2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0296EEC-93F6-D011-C946-7E6B2EC548ED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30944FC-3E45-12D7-1268-E287FC5A3668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0555F1B-7DAA-E73C-3099-9DE674DB5819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DDB04F5-6D40-A2C4-CC08-11FD08E51D6B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A2A81C-37AA-5052-A682-FF0E4142B148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EAB31DC-0D48-21A9-B1E2-0A2F04D809A8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620E004-2B50-0BD3-34EA-34F8538D6AB5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5A2929-9965-CC37-F6DC-0C2A7937AC37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858350-AF51-EB08-B6C8-3645B9CC5654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becomes a question for a person,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CE5CBDB-AA6C-27D6-9B2D-EA228CBA72D9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435BEB-2C40-7BBC-5451-868470DBF57E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CA60C8-9CF5-09DF-0C91-26C168F7D8BF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5386D45-46D5-3E7A-16E4-2306165D7CD3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937382-2E25-DADE-D308-867F4E526774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88853E-BB66-4216-EF5E-4E5DC37B85E9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4241BA4-E473-11F7-1675-4F944DD0EF1A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A1679E-CBA2-2A32-8126-205544B694F9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C23588-26DA-328A-47EC-EAF791DBA89A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D37308-C402-EC7F-A6EA-3FB01CF20BE6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7D384-D13C-8231-3F1B-8291B71DA40D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2246029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559F79-4CBD-3780-0ED3-9DFCBFFFFF07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25CB769-3433-4597-8DDB-36286925B2B4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AF726-77C0-A4E2-EFA7-AACC1A9EBF83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983FE5-6D82-63D8-2BE4-C63979924879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22B1162-CC34-24D7-56CC-1D6C08091460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ADCCAD-926C-BF6B-A49C-E4BE74E43DC4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16490-314B-611F-3CFE-8C444E830C54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adopted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EDAFB2F-4C50-F5A6-BE30-717C2D105C2B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0E8E03-5DDA-577D-DC19-56DCC4DE6DD8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5AE798-D84C-243F-30C6-C55D1740A5A2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in review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C0B2A3-D871-3D7A-6084-7257AB778DB9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adopted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D7F48C0-E702-8891-75BA-07BD86BE27B8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1BDAEC-B582-9510-E2D3-B21877FC2FCF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07E464-0D08-BB6F-0C8F-07A2282160B5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1A06D-A98E-CD84-8EBF-DB41157825DB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DABDF1-3423-BADB-4DE9-3AFF9B35255C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forced to a human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A83C4-E281-67B9-6A76-2EB28AE03CC4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34F5C87-FBD9-F3D6-0922-3D96E946E9C3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9F734F-FEBB-BEB6-BFAA-49AD7CEF51F3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read out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F3ED4-F147-14CC-FD95-11E2CABBA6FC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3516188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6C2082-71E3-7AE3-3CDB-F3F48037B850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BE24F4C-177C-FA2A-E64D-BC58A93EBBEE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D7E309-0517-65C8-5859-848528FD489D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A2C7D-E935-12C5-1A08-7A157349B667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defects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831598-96B0-9A72-68E4-E746C1A4CB8F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E8E75-3786-CDD6-147D-EE28F8F662CE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63BF6-F608-9A7F-F84E-A3C2E12D832B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93FCBAF-231B-231E-EBEE-23E9C75BE2B4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079935-9998-EDC4-7507-438729F178A1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001757-3654-D77C-B163-CA0C1927A673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12770F9-F2AE-B11D-ACC4-15735C4EA8FE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263DB3-2EDE-CC8F-4B70-06CD38755D11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42B3CE-A4C9-C8C5-1698-DF7347CA450F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732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90598C5-2F25-6A5F-A54A-A5F521641721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CF106B-A400-E56C-8441-8A175795899E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539BF2-F6FB-4622-FCAD-2F9EFD73893A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mismatch in 3,008 perturbed documents is reported as a match.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114 of 124 SI/BL pairs (92%)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858605-9874-4244-BD8B-9F12858D572B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05A8FF-F4B4-BA1E-022C-3775241FC77D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F453B1-8E48-F702-D59C-FABF9EC29745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690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422736-ADD1-3069-9A8C-8AD773DC081B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F31152-D109-8308-185B-F66C1325B7D0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71DB914-7619-488D-E356-115EBE66547F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D4037-A0E6-ED49-B96F-B01D46AB1F47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then Before / With Sentinel: the inbox as it arrived, and what it made of it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F4AFF0-B536-54C9-2432-C6DA5622AAAD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AC0C31-3096-202E-EEAD-678C0B3D13A0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seven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4C56009-99FC-7B12-8BF4-68115EED0448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8CE681-EC23-BCBB-8827-87955C478135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mismatch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A80F1A8-8C5B-964F-F623-785115B2733B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220B3F-8290-15C1-F109-524C49BE6472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read out for the reviewer; the case still in review,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1105E35-F898-67A8-5B5A-0656D16B86C2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87EFAD-A7DB-5D4F-5EF5-2AC8D2AFBA0B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499BCBD-671A-B9BC-5942-5D1DB1ADFC9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6BE7B6-729A-3789-A370-69EF6D1AA6AD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057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B226EF-0D52-A780-25CC-6724EE37D4F5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D0F3C9E-F54A-201B-4CA7-26456E870BE4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D8A7D-2384-8B10-5FA2-EC461D3807C5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Correct by re-upload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8CCD63-1C36-35D2-30F4-4DDEEF33BA17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re-sends a fixed SI or BL? Attach it on the case and the same check runs again. The old answer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A7C0D50-B11F-EAC4-4FA1-58C5D7D55CC5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DBCE15-4DD3-64CC-1A50-96BB2B55C01F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read out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12FF9-91C4-0BAE-9B7E-3E3716660608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still goes to a person - but with the seven fields already read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0FCBAB0-B4A6-E27E-5FF5-0D367AD7DF43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696C41-F440-141A-BEAF-604D00F10693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25245F-CFBA-0D74-A707-65B1DAFD6993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was wrong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BE4ABD5-BE69-E8A4-34B2-28AF8A45C81C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1F2116-EA6B-181C-E242-9693259B8BAA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4CFBE-77F9-A3A3-CF1A-9F0F6DF151D5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5F5D45-CF2D-03D6-1522-56A0CA07B9BF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ACE7AF-9A05-415A-520A-CB6B19B28976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corrected outcome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87076F-2DBE-2705-C439-4D70F5F637DC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stale answer.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AA3970D-8B48-3429-AC86-40288A36D34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63747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050638C-68CE-7C3C-A54B-5EFAC6D2C031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read-out,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A51110-8DA2-40FF-D973-9D2392F9FAE5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9F8695-E0E4-641B-2742-5D905102728D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A4CB8-D0DE-0755-A62C-A28A2945CBB3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97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BE3C37-640B-EE9F-A6D5-B0D02C956547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23AF4DE-F773-C741-58DA-FA7F6C53D58A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5E6EC3-FFAE-63BB-F089-98370D08D6D6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5FDE65-5D73-5269-93E0-3FF4AEACC29C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A4836D-89AD-19E3-ACC7-8C7E52BDDCF7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4AC80A-DFCC-995F-3528-864C00AB9667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B49DE1-AE78-7D0C-B4AE-1BEE13257CEE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7AAFA3-99E5-B18E-EC13-4D159B81DA11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8790C1D-9D10-D7A1-4C91-8E4864382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614286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170279188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44169918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37495182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073966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98897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defects;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00397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1495374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41E21E9-379E-248E-312F-B0BDB9C40C35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EDF5AE-BEDB-DCD6-E29E-FA66FC03B961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6F60D24-86DF-897D-13D8-26D895B82F9F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734D5B-F588-B166-1D54-C6B96FF9500C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97D113-309C-E8AC-138F-78EC78BA2D68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783E5E6-613C-C7F3-014A-A65B7CDEC201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64DE47-A291-9DD3-484F-3DD60FC54AAD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12BD79-7062-A31F-71F6-C8BC8A7B5747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FBBFB3D-18A0-DBA1-7F1A-CE3D04151002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828EBC-3810-33B6-F8C5-9405B1174F4C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281528-CB2B-9F47-F448-3C51403FC23A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E06163-CE95-0AF4-CC99-78D4AD96947C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9428E1-411D-A7E5-65A3-29F6B7066437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1480438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7136A7-1914-0A91-81BA-5F2DBE74AAE6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228F3D-5F17-C995-0E4C-3F9F9D156FCB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E56A0-6630-2EEE-F1AD-7E8FC4958737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3107122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2823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2026-09-25T04:16:25Z</dcterms:created>
  <dcterms:modified xsi:type="dcterms:W3CDTF">2026-09-25T04:16:25Z</dcterms:modified>
</cp:coreProperties>
</file>