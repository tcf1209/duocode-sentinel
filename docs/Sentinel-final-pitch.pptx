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4D8549-8394-42AB-A89D-F465DECBB77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5B9F5B-E5E1-48FB-8CE6-B8A2B0315A7C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884098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367552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by hand.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reach a person with the reason, not be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93609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sent to a person with the reason attached. Thirteen seconds. And this is how a desk uses it, four steps: run the inbox, open a flagged case, confirm it or correct one field or re-upload the corrected document,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9116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becomes a question for a person.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82492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send 168 of 188 cases to a human; with the model, two - and false discrepancies stay at zero, because nothing the model says is adopted until we find it again in the source. You'll see both in the demo: a scan read out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54846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21102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mismatch case: 'Under every value - the line it was read from. A reviewer never has to open the source document to trust this.' At the scan: 'No text layer, so Sentinel did not decide. But the model read the page for the reviewer - seven fields, and it says which ones it couldn't read rather than guessing. The case stays in review; the person decides, per field.' At Compare, off: 'wording our table has never seen - the honest answer is can't read it, and it says which labels.' On: 'the model reads them, every value re-located in the document before it's adopted,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877180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re-sends a fixed document and you re-upload it on the case, the check runs again and the old answer stays on record; a scan still goes to a person but already read out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92063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185510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5B9F5B-E5E1-48FB-8CE6-B8A2B0315A7C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81105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E7282-D2FB-3B0D-A1BC-6A8FF14702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C593A-9920-D997-C457-BE47CEEBD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3A636F-24FF-45D5-79E0-B202F1DFC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4228-3FEC-297A-3FAA-DCC965BCE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35CB0-588E-34A5-CBAA-E0FA25D7B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396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7794D-5730-D964-D677-DC84ABB8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0D82A-FCDD-8D1F-5003-081CD4515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CEA52-CDEC-AE61-0E3B-58AFC377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8D648-6842-FC96-E952-50A74627F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04D53-F4E7-AAB6-7157-1068BD0F8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97628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0539-DDD0-5FD8-7099-8BB6F6310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20192-FFED-FCB0-7C34-747370291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90086-01C4-3950-46B6-724267B57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F8520-6309-E2CE-0BB0-251D3D427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8AA76-E266-436F-797D-7C4431E6E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14534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4F510-72C8-8E01-DCA1-A53165D07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351F8-8421-247C-6328-44E9831FB4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76E537-A668-EE20-4141-6E229271ED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3B40E-1185-4942-34D3-2991188CE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F5BCE9-9624-D314-58C1-B7B85F15C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7B72F4-73B0-5572-EFDE-C7DE6315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07502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C0DFE-FFBE-0398-55C5-26E933A3D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48933F-640E-A2D4-02E6-E0098CD40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E0DAAE-9000-59E7-CDD3-406FE3AC57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40B7CA-7619-16F9-5E8F-D9836685B6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FF5739-63EF-E1A9-E35F-FDFD56086F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73ADF6-867D-837A-9FBD-FF1592BD2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CA379C-BB59-7D2A-4C5A-3D8399DBC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24A010-99F9-3D57-5175-00A34DB4C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0480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23CB-55E8-5DE6-FF21-8F3193EEA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848D56-85C8-4DA6-7E3B-08330AB46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BCC73E-B92D-3B3A-0D70-471E0799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FE65ED-72B3-98D7-6265-A9293C8E5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40302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A3F19A-563B-04AC-072D-20898DE8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266712-94A2-4688-83BC-2C5ADDA57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D264-E5D6-FD2D-0034-906FCC666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82101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9B3E2-F69E-2F8B-1B8A-87DE1F86A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C3337-1E2E-191C-E251-F6EEBE1A8D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E9D84B-4C4B-0E10-CE46-455CDC766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8421D-D0FA-D7D7-5C51-D05587FFA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7F074-BD67-9F32-31B6-7D78799C5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601E92-ADF8-0021-94F4-6A4B31353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0056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8AA2E-80B2-6454-C0EB-9E4658126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B50979-7C26-DB2F-34B1-F09C3744CF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FA394-11D8-91AC-EFDE-7ABEE5DF4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5A2CA6-43DA-D6A9-F174-AA90CB1E1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77A66A-FAB5-8B57-B5BF-A4E69956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C91D51-DDC9-75D4-40F7-C7B80AFB8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9069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266B8-C5AD-57F2-906A-5D9944509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ACBD7C-B551-2577-CFA8-9FF011CDA5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F1EEA-E574-6F35-7DFD-34A022D07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E1BC2-019C-FFF7-A1E6-8B89ACAE3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387B3-8024-B4C5-CA20-D96D4CFAE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2890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83596F-3294-0A93-7508-E2AF9FFED2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030B86-E0AA-6068-EB4F-78D0603D8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CF91A-F088-43C1-BCE9-E74599EBC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5FE95-4B8A-B94C-7DF7-CAEE6412C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0F0CD-1A01-4B29-03F0-5B955B225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881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4288E1-8D5A-D795-EABB-81DE9E788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C6DEEA-0632-B08F-963E-AB3360A96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7BAA1-DC56-4DC0-446E-52FD0388EB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941AF4-5442-4D03-AE97-29E177614EA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62F95-7CC6-7D75-638D-E628265DB7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07B27-B9BD-77A8-18D2-DAC7B4783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463BAE-86B9-468E-AC3E-B0BE159C6A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6665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85191C-6688-8DFC-D1FA-8D286D28698A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F25AFB-E033-97E5-F0C1-7478860BDFFF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5741E1-3826-D296-770E-098362343DA6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E290C2-9A0C-41B8-DDDE-AD1604AE4D5C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A1E830-D3BA-29D7-1A50-A2609714434B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1BA140-16FC-C09B-718D-E049E8946DAF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33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E669F4-543D-B71E-F174-7B5380457D94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B358C52-D7B2-0F99-B4B2-D201BC36E4F5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239A098-685D-A512-B0F6-F7AEA88C6841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07CC1-5EDD-0251-EA69-AC471B298272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5DE39E-24E8-64E3-DC4D-81588972CA73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6E4394B-8FED-CA7D-2D65-8346832DEA67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6D3E87E-4601-D431-769A-EC520C59C68B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E037F3-4E3C-E36F-817A-961AB5C2C2A6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B8813E-225D-F5A7-121B-FAB692F4DAAF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882F5-F3CD-C3C7-1B55-A8D149D0D983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DB146B1-EB34-FE84-1A3C-C5BE2DA84ED1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80D386-EA7F-2529-7542-DA75A8C371A5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69997D-651A-ED44-27FC-4B949F614896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D622E9-8F76-750F-779A-1629AF0D2090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1E059E-DC70-6666-E4F4-CE82FBB61D62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363E58-60A9-2701-D34D-94FAB4EC5506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7EE8E6-3D3A-5662-31C7-56D5A4B619F7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EF684C-6030-6610-B789-CB689757F398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by hand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99CA07-5599-A36F-70D0-B49F3DCCA14A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982D58-A554-AF7C-63BC-82A0976B0AD7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E0B0EC-75E0-5DFA-A497-0D7B26522447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E52960-CBAC-1028-A83A-5D3871A00197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413867-66CF-A82D-4432-B15D38A6156C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B3255-9B4F-0303-DAAE-14256C7F1CFE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649B0CD-E6FC-7455-40ED-C9DD4130D698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F7909C-59E7-0771-6D7E-69A6DC63B046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reach a person with the reason attached, not be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ABA6C2-B735-8D89-FAEA-2801D95DF349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5044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EAAE9-46D3-DA2E-AF59-35BA31720354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BBB824-1435-3374-1E0C-74DBECF488F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FAAEA1-CB63-FD7A-BCDB-92ACD6AFE27D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F4B3D9-C1E0-1469-5EE5-0463B38EC845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98235-0243-29D8-421B-19CDEECD1B92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3193B-CF42-6ED8-A429-7E94C1C54AC6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mismatches,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985990-53F8-BF78-20C9-1761BD09A06C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BF376C-6CD7-7F19-208F-BDD55A084FA6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sent to a person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A36C2C-8032-20AB-D5AB-8F2CB2B9A60B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8DC44-04AE-84CD-C47F-BB9FB44B7004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4EA51-D80E-DEBE-FE79-BD214B9AAF3F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Confirm it, correct a single field, or re-upload the corrected document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D9756A-62A5-2E47-4543-C5A672780409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4280549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F39D99-1B17-3154-8EBC-8EBB572E3782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220D891-A38E-BEA9-5689-CEBB4DD9636E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804AF0-87BC-5ED9-7F51-AABC950FAF58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BA783F-5BD5-EEE6-7AEC-522ED053639C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A47D71-3265-CDBF-C25D-0D896CCB6632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1C55BD-B017-9843-DBEE-CF079F9EFD02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295C82-AFD5-94E4-0523-6DF26AB7CEA0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5F46E69-0805-3F29-2337-27C8C7A5084C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AD9156-4811-6455-48EF-B8E54BEE6B82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27445F-F72C-C910-D7FC-C603C87532BF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A070FF-9800-27D7-B3B5-07A1BBB04BC8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751E68B-51E7-1973-9F7E-CE9B1B064D79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53B007-F8BC-65CB-A30F-F55362AAEC1F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30C7FA6-0C27-9993-A1B8-7B389327701B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70B16-520C-E6B1-D000-441FBCB1BC13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becomes a question for a person,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B392C7D-395A-90DB-B201-478C91F5200A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27C3F-EA82-3A69-DF76-28C14BBDB80A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C9BB6C-894F-CCDD-C893-FA998DDAF0F3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F1EA6DD-66B9-6080-EC8D-7EDEF0875511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63CCC2-B199-8CA1-DE1F-FA421524CAC5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56224A-57A3-7FC8-9EEC-EC32F1563B70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1C01C86-1E28-A1A1-4B04-40FE25DCA897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F7CB3D-379E-FFA2-1EEF-8BF162961961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394A53-C9A5-C3E7-272A-495B443DE78F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0D409B-7A1C-A60A-293B-F7D201B82F24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7CB072-6D00-C573-7CB9-09C4427F09BF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1644792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753EEB-2CBC-5F56-D37E-1B355316448C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AC2BEC-E8E2-7CD9-D897-5D9DE4DAD176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03037F-C0D6-AB96-55A2-92EAE11AF14C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9771B-E6A1-08D6-75EF-BA3D02E5B9B8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4A43B13-8FA8-B965-9CF6-F3014DA25DF8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30A747-C7B3-88D7-CF38-EC480CDAACE4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F0FBED-1A5A-28E3-7D2E-0AA8CCC52A33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adopted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D1E6A2A-7F88-CBB4-3334-983324F4C48F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A3C63F-52BD-A74B-D4A7-908E68098EE3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19C56E-1BD6-C621-33B6-2C9D2A5243C8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in review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E8B79-D8D4-05AC-7F16-BCE0897CA3A9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adopted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D99F6F-88FB-627F-4289-205A5F5D1A3F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86D0E-3A6C-58AD-B4F4-794F671F3A92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0806C0-D2AE-AAE5-70EC-E1DC5FC9F012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9A364A-BC11-DA5D-D0A2-01CEC6CF4150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ED3E12-48D8-7CBD-AE2C-0A1FF42CC720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forced to a human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B62282-2C36-9016-3D84-A2C612AA7A72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836F7BC-DC1E-BCAA-E83D-4A007A880FB0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C394C3-EBCD-BC82-58B9-26E5B8E03706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read out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083046-5418-5D55-A9D5-FA026E3D7245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1829790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79BB96-1113-B65B-5671-13EFDC73E48A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7512163-4E20-5AC5-80D2-4DBF0A6ED735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3202C-FF91-ACDE-D683-3BC9D7911A59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B3E209-E580-1A92-48AC-162238EE471D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defects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891BD8-EB14-528B-B778-881ECA6385D9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E725F3-B243-8B1B-7860-6B1656B86378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45FB10-2BB3-3C54-F0DC-67629500F135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FEFB48-2D59-324A-A32C-ADFA9EBCB0BB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1574EE-B74E-3B50-3426-F0D2033C4A12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45C729-FCF1-0AFF-8C16-82749F030B5C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31FFD7-7DBF-C85B-80D4-0DD488F5153D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2E71CF-8A27-2982-5E65-BF3CA25DD9C8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CE0E85-5768-D29F-9DA9-7B5234C4EE2F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732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937A56C-4543-CD11-8305-2BE03E73BC84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0F3CA0-BA94-6FA2-E212-68BC494238B6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C65624-AC06-2A6E-1EAB-F2FCA1D9DC1B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mismatch in 3,008 perturbed documents is reported as a match.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114 of 124 SI/BL pairs (92%)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2E08FF-877C-9273-2651-EC9C5A5E6578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2F0002-CD71-B7CB-E9B9-6D81E091D339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FF79D9-8459-7835-769D-9D49CCB40C29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742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A6F61-E40E-07B9-4D85-3B3E00CFEC3A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B1FCD-E503-555D-9E1D-1C10C57CAFA7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52FA882-9ABD-A70D-BB39-9A9DF7973B19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3FC3E-547E-F5CC-AABB-005C55852C99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then Before / With Sentinel: the inbox as it arrived, and what it made of it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EEC8BAB-F4E8-9B2E-C249-D9422EBE7E44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CEE09D-4CC4-7C9F-C8A6-D48DFC4FC99E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seven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DE44036-BF7D-5EFA-051A-4564DC687377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F36692-71F3-EFA5-40C6-021214D53B7C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mismatch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3E8FC87-CAA4-C01B-76BE-A4CDF8C2BC99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D762AD-3EEA-EB62-418D-D24316711AD8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read out for the reviewer; the case still in review,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6F7939-9743-BA39-D5B1-8B684F5F97C3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7216F-B3D4-A345-4AD5-7DD47B79BE9C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72A0E5-F59C-03A7-FDB0-408847BE2F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2D317D5-F91F-92D2-0BF2-AC25FEF7D95F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77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E4342-41D5-B719-7423-C96FB9A659B4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31DAB6-F81F-F29E-76A2-6F4900334926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6945F2-4249-0421-2A99-2BF54A1DAF04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Correct by re-upload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92874-C8A0-B3EA-3066-2424D1428C24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re-sends a fixed SI or BL? Attach it on the case and the same check runs again. The old answer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CE09E0C-8EFB-982A-5373-B429F348BC79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6D23DB-EB6D-0D12-07C6-14BCC6340C57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read out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41E62E-B5BB-A7A9-A362-0F6968971400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still goes to a person - but with the seven fields already read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20290D2-B4A0-923C-8C4F-4CF65CAB853F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DE649-C50C-08F8-CC96-167475832043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9CC7D4-643A-3B06-6FA8-2C7801041AE5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was wrong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62B6B8A-F6CC-92E6-4DCB-8F038CBFEEF9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D94FD-1649-E9E7-4476-D9995D3B6D0C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569D33-3218-144F-A60A-D2432F9F2D34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D2C36F-F856-6642-5223-335D32F6252B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C9A37E-E217-B1C5-F250-7E90902E8D4E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corrected outcome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DF0491-FDD2-192C-AC3B-22218B2632A6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stale answer.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91F0FB7-E37C-8A17-48C9-632AD7A009B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63747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2B192A7-5A83-E3D3-BF11-BEE744420AC3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read-out,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0C618EF-135F-804D-9B8E-01F16F4A2C39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9C21B3-5CEF-F924-9B53-13D30DD2DA5F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7281D4-923C-CABB-F468-E9A88F0D4C0E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7090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94D306-934C-9066-5B64-A0CC0369E2A8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0992697-7A00-70F4-5801-8F0562D44711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E38B6D-4AB1-68F3-A881-456E79CDEA42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EEFFBC-9E50-2F16-CFFC-39061171250D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B6F17-A36B-E458-4034-1521EC4B4A6A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7C6FD2-CC52-4024-7FD7-0A1359747660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23DFEF-AAE0-77A4-BE8D-AF606842E122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70E7D4-BBE7-CC39-2442-05A043C1220E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4557C14-057C-0B6E-811A-41451B6A8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4037451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064171227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49033207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87361152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674709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86634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defects;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47654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7336652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1D4DF2-E68B-7880-1510-7B7355BADA44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849C0F-E266-53D4-C3F3-61D8436F18EB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53984DB-82BA-2538-E39B-A6722719841C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F20179-E3BC-9749-EC5E-2CAD9BB271FB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41F76B-766D-E212-4093-903C8AE2BA53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4CEF450-1BAC-E5B8-B9B8-3FFDDA8B3635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1793C-0898-A544-5B06-D6D16F7B74B3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BCBFD7-8FD7-0E2D-9D35-EE8E6E2B2063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F653DFD-B565-2A60-DA82-50822773B3E7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BA38F-70F4-FCF1-0587-55E79381D5CD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40174E-E2A4-CA87-D3FD-C8096E645686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758A9-4BC7-EBDC-2451-95600F3AC73B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D31276-4ED1-4729-EAB6-4E8033417BD4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3097504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DBE891-33C8-14B6-9DCC-3C78B7558731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6EF1B1-A76F-9C01-367B-9514E868AAAA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8CA08-00DD-4C64-EE6E-F184FAF4340D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2887355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2822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2026-09-25T03:24:25Z</dcterms:created>
  <dcterms:modified xsi:type="dcterms:W3CDTF">2026-09-25T03:24:25Z</dcterms:modified>
</cp:coreProperties>
</file>