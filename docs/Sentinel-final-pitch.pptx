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464093-04F1-4DE5-AE18-503D8D710CF4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CE5959-8D78-4F7D-90FC-9D005670895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3392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51941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214692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28427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199594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04468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95165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584565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787718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92852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CE5959-8D78-4F7D-90FC-9D0056708953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61622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905FA-6DBD-BF96-093D-6DE6E88828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925D-262C-D5C3-4FDA-2FFBB6C41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2E625-AD49-1E93-FDE2-8A2D4E09B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AB30D-BA00-A59F-1200-268247BE1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83E19-02C7-08ED-8D70-52D8185CE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45836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72D02-A620-4A9F-9570-E7CC9B2A0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4C46F-1879-B290-4669-447BF7E3E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7D08E-DCD0-4EAB-EF98-EB269751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B41EC-6930-2DF7-4BC9-5B9CA646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90177-C872-ECEE-9CCA-75C2654FA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7957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49AEB-95DF-3BA5-57E6-AE6B84BDA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64FB8-270B-1453-55DD-33C9A099A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D4DA3-0CE5-9E32-92D0-D2CF968B4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74B1E-21F5-0A55-74CB-F82D8BD0F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23E72-22E9-59E8-74D1-76A68ECE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38400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1D265-B9C1-0B20-E800-A12EFF0A0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8AE97-0523-B584-4E22-C9B5920376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6C0C-C9DA-70CC-EDE3-FCF31698C2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0D745-E51A-17B2-5899-5FD88F63D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DAE41-0024-28D6-E861-53E4DD21B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CCD8A-9669-AA62-1709-AADB7E5F4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2218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2F994-8693-542E-3214-9ED198F9F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BC8352-3EDA-EA41-EE37-80FFCC021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6507D-3940-28CB-5537-474B1CB03E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16A71A-16EA-9472-3B26-0663BAD66F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5C11D8-B223-AF9E-9790-5BFA10888A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4A2A44-B09D-D70E-945E-1D5005C76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50082C-11C0-9746-415E-FF3A41859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552E4F-395A-24C8-382D-FC8DE196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832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0EC1-F0CD-3622-F907-6422F8CD8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40030C-0311-E272-D4DA-B2D527CEF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62ADE-FC5E-B142-6096-8E3F13B04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1E6FD6-51AB-5A00-B4D2-1DBCF1F9F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0973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12028E-CBFB-FE7A-9846-96D709CE8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41F3B-753E-7E35-99C9-D68390944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65FCF-C759-D3D1-9BD5-2423D8CD9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06687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3133-6D20-804F-720C-007E69C80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604B3-1AC1-14C9-63D2-E24B9B634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02ED57-AC14-63B6-C835-8991F3C0D3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88963-B1B0-8BCF-49F8-98AC5BB14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12C86-45F1-5DFA-8460-5EF4A9DD7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3922B-EEF5-D37B-64D6-28CEDB446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73147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56F1F-7360-2B11-8823-E96D18881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93B6C9-EC9F-2F4A-C930-31DA55721A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D36C1-6F90-3B75-57AD-C4D1A6618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AFF72-856F-AC7F-BCD5-399A5B58B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89BB72-78E4-8F4E-AD16-6B650CBDC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362080-6B06-0CE3-5772-D46F13657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44368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1A8F7-9377-CF94-B47D-CE49CD757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F1562-9D9D-9110-4D40-4D6840CAE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921A8-89CD-62A3-63A2-DF354C5D3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08572-1F88-ECF8-2632-F1C754D79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54B32-4784-34F3-904B-0215EF73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00186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9A5454-5387-5257-BDE8-8FA54C893B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563EEC-CBF2-905C-4D77-56E6A9F5D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C06FD-2FB3-7A82-20AB-C9A811E53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CFECA-F609-97DE-7CD4-F45FAB07B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FAD25-7DF7-B784-17B3-0A5E10A78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03866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F0146B-DB96-7D77-3955-4399C113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BBABB-573A-17E2-5E58-C90F21059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8028C-4A72-0171-4210-ABBB4360B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84C95-8086-4385-A8BA-6F560668E2C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180C4-0CCC-101E-59B9-7390C1ED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0CC83-49EF-A163-E374-1B0868C0FB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4A4B2-CAF2-40F7-91B4-6AE8933782A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2825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F1DEFF-2BF6-A073-5950-66C70587A778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0CB622-2DA3-2312-A9EE-2EE5A5A714B5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8BB32D-9412-17AB-927C-D83235978EA5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1FF64F-2BE7-D58E-C517-320BC145D724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BDB901-D66E-F877-D56A-3356C73A27EA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355805-38F5-AADD-F740-D999FAE7FE6D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223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F6032B-14A9-DD7C-7C23-88DCA7A579AE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35E3853-F5D6-46B5-DB55-82D1675E5DF1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BA11C2A-A00A-630A-47AC-FDA0EA0B5131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8C8661-BE60-911A-3CCF-A317E330902C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F8971-9AF2-DBBF-1E2E-8ECD803958BD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DEA6959-D12A-F5BE-925F-E740154395E4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6FDEB1B-63ED-CDE6-E1C8-DC1A54C26904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88E605-5306-D094-CAB6-0DFF6CF8F72D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327335-AE18-0BE8-46E1-F01A482F6883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1BF659-0343-B2A9-A855-07F8471793C3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7584C7-FEA7-EBEE-C236-CEC3DB676916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75113C-FDAC-430F-0DBB-1CC1078FF387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DAC7D9-ADBF-B48F-C684-F6096CBDBE4F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38B8F90-47FA-CAE1-3ED6-662377AA65CD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F900C07-8F2E-340A-F69A-EA8A15F6D247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BD32BB-7E75-C5E3-435A-2280E0B55DB0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0A3B65-7CF4-F129-2EC9-53280FE13F2C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2A5287-FE6B-5D99-AB1B-EB205949C03B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C9C63E-BBC2-BD44-56B5-7F3DA756A320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F74D31-F935-C763-39E7-63BFB9B5BC18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C62AC8-63C4-5C01-434C-0E7F37CE4DB1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332BC5-5282-B74F-0197-62982E97E319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2409BA-261B-6B11-7D92-8A878AC216DB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E28FE0-01CF-D24A-ABD8-6096E9BE6050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2F04F24-3AC5-8C4F-67BA-66416F29F805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27ED9F-40C7-2EF1-BB79-33B063FE96CD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7C50BB-1BAD-1B82-5429-7337F4357CD6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52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1A7F5-19BE-1F18-C3A4-1A602085A6C3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B119A9-5AE6-3456-2FC3-8ABFECC7162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EFA53F-33FD-C55E-C9A0-4EF254912AEE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A17D09-63FC-C9E3-E1C4-EF7D261AFB1F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22583C-082A-C08D-403A-EBC8B75F0801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AD824-7F82-12C0-4F44-DC0C0787FBFF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2CBF0F-E652-7DBA-335D-FD7F9104266E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AB283-F634-C18E-E978-858C569B4C4A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E4572D-E4A2-C558-FAD4-A35BA0475767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47DCDE-FF64-11BF-8567-2BEAB5E6552F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172A61-515D-F4EA-A69B-687419DAB6AD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Confirm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4678D-BEE0-8191-3EC1-2B341228BF3E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366074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5126D0-CC1F-7B16-F409-F9FD224DB77D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1DFD23-95A8-65A1-8A77-42DE114E7D3F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B3BD81-94D1-0438-3CCB-77A71B0B5D36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9885A9-0BF8-BAF0-A8B6-0A2E8E807B03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3B57B0-8F19-BC4B-38EC-BA8F7BC65ED0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BED0539-84E9-7A03-7629-33D4028C8AE3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F451D47-5685-2D5E-C347-929A4EF4C97A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D240A4C-6055-0E7F-578A-3E0B2489C8CA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C7DCBE-C3BC-D4B2-DC52-E840DD9F4218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67698B5-A410-FE3E-8260-7C296BBB21AD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C13F1D-0AF2-2254-D180-BDA419285193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850153-50B6-C973-2594-BA57D74A8F35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5B0960-7F81-222D-394A-5037E390D177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FFB93AD-BBFD-DF91-051B-6F18983AC0E9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5D4198-F56E-6897-22A3-B532C6B338D3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646491D-15CC-5C95-2A78-00A6F6EEA703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E951E9-167C-959D-D90A-997B8F2DCE24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9AC09C-0049-FF78-9469-1E34525A2CCC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2EB29E-E484-D442-F609-37FDAE51D4FC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975213-927D-B2F9-BB15-C933DCFD596F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C815C4-FCE2-5CAF-1AD3-5A9F83F48BE0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DAFFB10-BEBC-E72F-3025-C9B7500BBF34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7B5C12-2184-38D1-86CA-3D9766402A5C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53E6B4-4BD4-F3AB-5191-C817FABBAEF7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1A7903-8423-D11C-6D1B-CE242BA033C4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505982-A62F-F87A-2DAD-138BB74ECE73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3010893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2786C1-FC1C-5EC3-21C6-75EAE58FD9DD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3564687-120A-AA40-6B21-C52F2DCDA949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A989F-76CE-FB0A-1258-378A14585D18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A588F-8FD0-679F-6132-478F7A8A0A1E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6B03BB-C3BE-7C5B-E1AB-CF0263CCCEB2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0DBE9-74EA-2D6B-C8C9-CCB616DE604C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6C673-FBBE-7942-0DDE-0CC4679843F3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417B6B4-890E-93FD-3996-7A6EC64ACB0D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EE0B44-C4F6-72A6-7641-CB9731A27123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C50713-EE6F-5CB3-6EBE-472DD83C9BDA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18F73F-7AE0-2CD2-5302-E1031E0A88C7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417101-718D-F66C-7B63-3C84ABFE6D22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1EB399-8862-5C6B-4D96-BE7F9471EB7A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4DABCF-805F-A61C-6398-BFEE85707039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DB2374-B730-A8E0-FA15-D51BD71AAA5C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A536C5-7FB1-672D-CDF0-C1AEB675DEE5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938686-D823-0CAA-2753-13C67EEC4EEE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E3AAEF9-E41C-4272-B2E2-E9415AC11DC5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DE9B5-8378-A2D0-A9F5-E6C3727DA2AF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33414C-C24D-B225-F100-90224D9BBE4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1389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5FAC9A-03FE-A6F2-9A6A-A588F665178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BF5507-53DB-3DAF-2E04-5259D36AC9BD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54227-4418-FB1F-8182-FF0F6FFD3612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3714E-3847-3352-C9A2-DA881454B01E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13D61B-BD1E-2093-92D0-B6589F072514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3FA97-66DE-1239-0952-DE65CB75713E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B0EE62-6AFA-B66E-53E9-A10690405EF6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F70512-B0E0-06B1-972C-1DC39BE97AD6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2F35B5-4065-03F3-4335-C8C20DF2F72B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6B8937-8211-253A-389D-7A66E025CA1B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207A52-D8AF-8F02-56A4-52F51314E4CF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9C6A37-C63B-AAB0-C748-ADAF39302138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F38BB1-F92E-A2B6-2A4F-2E4E5E73F09A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646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36F8D87-0104-B015-2FF3-C4CCC799C81C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59EE87-6684-D704-0940-041DDE055C8D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C2D713-8CC2-C8C1-C297-2B66CE8FF1D9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8BE140-D809-61E2-B0AB-D5CECF19A6B7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C0B225-41F2-204C-1E4D-F4048919720D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1124-B5EE-673D-257F-C958AD863836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6182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E6607F-D76A-9472-749B-5BB26D078AC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E56B81-CF31-0953-D074-FE6972E77410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B5DDD60-B4F0-145E-647B-607AB321D923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8096A-E99D-5EF2-766B-E40669BA4314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8AFCFB-60C1-F22C-9CD1-E4F5A90B1439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9C4DEA-C53D-26E1-10D7-E1FC56942AE7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3BAFCA6-61E0-03D5-DE05-8850E5E78258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B793D-8F68-B90B-3D58-31C845516115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2FCB43-B278-E5D3-5C27-CB4B92344B9C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B84F0-0C5A-4FC3-D1D7-800DB0DA8A49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A6C2D7-A2C8-DF99-25FC-D33EC4D7FA72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8C26C-C76A-FE1A-C6CD-B8A5C8F90403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D79940C-0F45-14F2-0D5D-B9AC7D04D70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F407935-C17E-F1FC-C3FB-5E12ABD7D975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293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F96944-B085-7D21-1F0B-6A50CBD319D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C1C1934-6A70-850A-B4F6-D4F1C4C2FE5C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EC386-E423-8D4C-114D-68B0DA691AF2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28FAD0-0187-B7FA-C666-38354CBB1D9E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5C6E76-59BD-BD57-CE65-83EAE1466D08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0095FB-B955-719B-B5FF-29EA6BA9FD76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FB67A-9D84-FF1A-2167-96EA8ACF71BA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A70A33D-9E9D-A7B2-CA79-F656F23ADC34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165E49-195B-D982-E30C-70A3234AC40D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1658C-D1C5-1F20-B98F-DD47AA2E6B00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43AE3B-9DCA-CC4A-3854-A0BF7BC3B1B9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7DD32E-B369-0472-FA56-76AB2CA7F62D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BE61AD-E8D1-AD1C-4C09-E34D0ADD340D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AE8C221-C32B-97CE-39F0-2503C6C92A71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96077-AE11-593F-9DA1-54EF5B2EA4A4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82330A-2E4B-7C62-286D-8EA43F9029A5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93519BC-56F3-DAB6-253F-223BE0A07FB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3747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C0B8DA1-8601-FF51-022B-FB3B1D528DF6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512E677-71BC-8ED8-5F91-2C82B7FCEFA5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40B439-FA69-FA7F-B28C-71849E3053DF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721930-133F-C1DB-A8BB-246024515018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252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FBDF0C-03B0-8E26-41CD-4D025C5022E6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D28F5AB-959B-2035-516D-3D116227F55B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006A5-25F9-D285-9684-E443C1B42C9D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C75A23-21CD-BD00-AB1C-45050F30C966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8D0D3-FAF5-DAE0-B532-6107F13C4124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F3249C-6353-3429-C40D-C8F77F0EA422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911DF7-DBE5-24D3-CFBB-452B94AC345F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81AF71-E0FB-EB11-FEE5-28AB61404BE8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5C0859-5EEF-323F-00F4-7E37CE64C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699509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658349358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425103876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779451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23353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99406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7168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116333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F73A8F-A722-B428-1626-7897A7143E5C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F449B4-A176-A39F-EC1B-222D5B36B922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B5B4C39-6196-B129-B0FC-26CB43916FDA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BF8A55-9700-F084-4461-6A641F1251A0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407B6-3AA6-C663-B8B3-D257B9D984E5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C218562-18BB-6D16-863D-A37A60D606A7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C94259-E94D-8555-0302-366255953C1E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33C7A9-FAF3-F70D-9DDF-0691BEC1EBA8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625124-EC6F-B9A1-B721-54072AA95D7E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16624C-6774-9DA4-2B3B-C784D54D4BF6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225A4-4AC8-804E-2E50-D613C8875197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5FF9C2-86BC-7F90-426E-A727C2F9986D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58F63E-F2CE-B4FB-FAE4-2BAE9CA5E699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2823521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F9FF10-4078-B6F7-737B-35D484C8F19B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DFFAFF-C10C-3691-64FA-63711ECE6907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C3F5D-5DA3-E0A6-B2F5-308711CF43D6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3966682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2822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2026-09-24T21:23:27Z</dcterms:created>
  <dcterms:modified xsi:type="dcterms:W3CDTF">2026-09-24T21:23:27Z</dcterms:modified>
</cp:coreProperties>
</file>